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8E085-89EE-96CF-B437-4DCCD640C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A7D44F-7545-D4B3-E21A-31EB6FE11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139A01-10D5-61EB-D8BD-C88C50A4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E3C88-E994-64E8-CC0E-0F9B60F2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65FB6-5112-8FE3-C880-8A105EF2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4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221D8-0859-0756-2478-4D03B2FD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C50DC-2056-1595-1184-231D0C513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126F9-64B9-487D-792C-408A461E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0EE88-0B5A-5E8F-D2E0-6A33E60D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A75A0-0F7A-84A7-85F1-5C3903AE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79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AA365-5F1B-F55C-0B4D-62B9DBC5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BD6E3-7DFB-4D45-AA9A-60EFE82E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24175-FD98-E2EE-6868-55428FFD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14A62-986F-F268-3861-BB350CA6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F9B0F-6F3E-2398-DF69-81CA26B4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6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0BB22-26E8-5D13-0712-4C94EF50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95F8A-7A56-9E23-EE99-4324D01B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6F1E58-63CD-339C-95C3-707CB6822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5559B-F4BB-594E-C2B5-A91793C7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32CD04-BB53-C9B3-1D4D-579099AB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E0DAAB-4DB0-9845-A0CD-6E00220D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FADA8-05C3-8F7C-255D-93CFAC81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29FEE-4F07-20FD-2075-921C91BB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0181B-23CF-DD14-832E-5518F0C6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CB5103-05F3-19E9-EA34-19D8906D4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8E3E70-D0B7-FB56-6BA4-4FBE664E1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D7892-8170-8C88-7605-C1FD394A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5A0894-1445-C112-F53C-02C12434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1CCC80-2D99-C0F0-9A2B-FB98F063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6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7F5F2-C003-11FD-DBC9-77EB7312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F625B6-85D3-448C-B46F-86FBE5B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DAB1F7-F674-F987-D27B-5AF9B83E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BF082F-8A4E-9B0D-04E5-9FB8731E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1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68AEC1-31EA-32CF-9DF3-5C1C36B7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1677CE-C9F4-F3AC-55AC-E350C330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0C2F0-716A-B33C-2146-7B42FDC6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83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D89DB-F239-FA06-0685-B66C2130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B7400-4B8E-080B-5E1E-30214F08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843F57-28E6-2821-F370-7C8CA10B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C39EF2-5FA9-0A55-A59E-59C45B8A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37A6CF-D424-8D0E-C775-EDE20474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06C13E-7ED4-9AD2-962D-2E8357FB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08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B300A-AB50-6DBB-8764-B4F6CBEE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E62CB8-1757-89F4-B949-4272203F3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7E9F2-6C6C-8A22-23E2-03DB7BD98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0EDFCC-507C-A961-0305-44D06C52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0926-7651-F1B4-335B-DEA7CB73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74514C-51A7-E4BF-2041-FCADEDDE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1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7F42F-E207-8838-E42F-7904DF0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6F31CD-D1D1-15E9-E419-5F696B784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72431E-3490-70FB-7356-F874B6E7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52B18-5A28-68E2-7940-FE55C2A5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561FE7-DFB8-73EE-30F2-FB2EA96E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8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6E17CF-181A-9F4D-05F6-8533BF049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B4994E-8DF5-B5A4-4CC9-A2AB51527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AF4EA-9014-C641-7544-8FBD1655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7A9A4-4BDF-94EF-0E52-429A9E2E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D1D0D-FB4B-AAD9-B0E6-60C8534F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23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36FB8E-33F7-51F8-EF27-50D68D31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2F806C-6A95-C7C2-4F37-37117D17B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C9200-ABFE-D74D-0771-49FBD544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FF87C-BA4B-4F03-80E3-1B2CA2AFBC6B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FA843-35B5-8AA9-5D43-34F548596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B4FF4-55BF-C2A9-3465-BE9E4F26C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6F37-B0A0-42ED-91CC-C6504B9AE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26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E7A9F17-0C4A-DC7D-A02A-35BA4D2AC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204384"/>
              </p:ext>
            </p:extLst>
          </p:nvPr>
        </p:nvGraphicFramePr>
        <p:xfrm>
          <a:off x="838202" y="635000"/>
          <a:ext cx="10515596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회원아이디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silver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Silver, gold, </a:t>
                      </a:r>
                      <a:r>
                        <a:rPr lang="en-US" altLang="ko-KR" sz="1600" dirty="0" err="1"/>
                        <a:t>vip</a:t>
                      </a:r>
                      <a:r>
                        <a:rPr lang="ko-KR" altLang="en-US" sz="1600" dirty="0"/>
                        <a:t>만 허용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적립금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88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FDB9-562F-8620-41A9-C1CE644B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E1EFFDD-FA3D-CA8A-256D-F5177E34B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127802"/>
              </p:ext>
            </p:extLst>
          </p:nvPr>
        </p:nvGraphicFramePr>
        <p:xfrm>
          <a:off x="838202" y="635000"/>
          <a:ext cx="10515596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Varchar(50)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재고량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단가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제조업체명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Varchar(30)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공급일자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공급량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96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0E46-96C2-4AD0-2BFB-F5AC2258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E52BEB9-3868-A208-225E-E1746D2DF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857268"/>
              </p:ext>
            </p:extLst>
          </p:nvPr>
        </p:nvGraphicFramePr>
        <p:xfrm>
          <a:off x="838202" y="635000"/>
          <a:ext cx="10515596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3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06FE-E268-561B-B60D-6768BFFA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818ED60-9F52-4FED-5247-6AC689D5B5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902384"/>
              </p:ext>
            </p:extLst>
          </p:nvPr>
        </p:nvGraphicFramePr>
        <p:xfrm>
          <a:off x="838202" y="635000"/>
          <a:ext cx="10515596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88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ECA57-C426-24FC-6FAE-6E05015D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853438A-7282-1336-AA9A-DA291607E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341309"/>
              </p:ext>
            </p:extLst>
          </p:nvPr>
        </p:nvGraphicFramePr>
        <p:xfrm>
          <a:off x="838202" y="635000"/>
          <a:ext cx="10515596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5880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588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이름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게시물</a:t>
                      </a:r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Y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Varchar(20)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89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247</Words>
  <Application>Microsoft Office PowerPoint</Application>
  <PresentationFormat>와이드스크린</PresentationFormat>
  <Paragraphs>144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현혜수</dc:creator>
  <cp:lastModifiedBy>현혜수</cp:lastModifiedBy>
  <cp:revision>7</cp:revision>
  <dcterms:created xsi:type="dcterms:W3CDTF">2025-11-03T05:58:49Z</dcterms:created>
  <dcterms:modified xsi:type="dcterms:W3CDTF">2025-11-10T07:36:05Z</dcterms:modified>
</cp:coreProperties>
</file>