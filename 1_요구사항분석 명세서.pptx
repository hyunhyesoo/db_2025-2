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BF7"/>
    <a:srgbClr val="F4D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1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8E085-89EE-96CF-B437-4DCCD640C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A7D44F-7545-D4B3-E21A-31EB6FE11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139A01-10D5-61EB-D8BD-C88C50A4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E3C88-E994-64E8-CC0E-0F9B60F2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65FB6-5112-8FE3-C880-8A105EF2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4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221D8-0859-0756-2478-4D03B2FD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C50DC-2056-1595-1184-231D0C513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126F9-64B9-487D-792C-408A461E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0EE88-0B5A-5E8F-D2E0-6A33E60D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A75A0-0F7A-84A7-85F1-5C3903AE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7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AA365-5F1B-F55C-0B4D-62B9DBC5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BD6E3-7DFB-4D45-AA9A-60EFE82E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24175-FD98-E2EE-6868-55428FFD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14A62-986F-F268-3861-BB350CA6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F9B0F-6F3E-2398-DF69-81CA26B4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6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0BB22-26E8-5D13-0712-4C94EF50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95F8A-7A56-9E23-EE99-4324D01B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6F1E58-63CD-339C-95C3-707CB6822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5559B-F4BB-594E-C2B5-A91793C7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32CD04-BB53-C9B3-1D4D-579099AB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E0DAAB-4DB0-9845-A0CD-6E00220D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FADA8-05C3-8F7C-255D-93CFAC81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29FEE-4F07-20FD-2075-921C91BB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0181B-23CF-DD14-832E-5518F0C6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CB5103-05F3-19E9-EA34-19D8906D4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8E3E70-D0B7-FB56-6BA4-4FBE664E1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D7892-8170-8C88-7605-C1FD394A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5A0894-1445-C112-F53C-02C12434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1CCC80-2D99-C0F0-9A2B-FB98F063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6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7F5F2-C003-11FD-DBC9-77EB7312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F625B6-85D3-448C-B46F-86FBE5B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DAB1F7-F674-F987-D27B-5AF9B83E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BF082F-8A4E-9B0D-04E5-9FB8731E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1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68AEC1-31EA-32CF-9DF3-5C1C36B7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1677CE-C9F4-F3AC-55AC-E350C330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0C2F0-716A-B33C-2146-7B42FDC6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83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D89DB-F239-FA06-0685-B66C2130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B7400-4B8E-080B-5E1E-30214F08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843F57-28E6-2821-F370-7C8CA10B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C39EF2-5FA9-0A55-A59E-59C45B8A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37A6CF-D424-8D0E-C775-EDE20474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06C13E-7ED4-9AD2-962D-2E8357F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08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B300A-AB50-6DBB-8764-B4F6CBEE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E62CB8-1757-89F4-B949-4272203F3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7E9F2-6C6C-8A22-23E2-03DB7BD98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0EDFCC-507C-A961-0305-44D06C52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0926-7651-F1B4-335B-DEA7CB73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74514C-51A7-E4BF-2041-FCADEDDE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1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7F42F-E207-8838-E42F-7904DF0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6F31CD-D1D1-15E9-E419-5F696B784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72431E-3490-70FB-7356-F874B6E7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52B18-5A28-68E2-7940-FE55C2A5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561FE7-DFB8-73EE-30F2-FB2EA96E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8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6E17CF-181A-9F4D-05F6-8533BF049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B4994E-8DF5-B5A4-4CC9-A2AB51527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AF4EA-9014-C641-7544-8FBD1655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7A9A4-4BDF-94EF-0E52-429A9E2E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D1D0D-FB4B-AAD9-B0E6-60C8534F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23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36FB8E-33F7-51F8-EF27-50D68D31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2F806C-6A95-C7C2-4F37-37117D17B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C9200-ABFE-D74D-0771-49FBD544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FF87C-BA4B-4F03-80E3-1B2CA2AFBC6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FA843-35B5-8AA9-5D43-34F548596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B4FF4-55BF-C2A9-3465-BE9E4F26C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26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E9F82-4B42-197A-1CF4-168DA7D83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요구분석명세서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1C59F3-B3F3-7012-3DDC-A15FA8BED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영화 예매 시스템</a:t>
            </a:r>
          </a:p>
        </p:txBody>
      </p:sp>
    </p:spTree>
    <p:extLst>
      <p:ext uri="{BB962C8B-B14F-4D97-AF65-F5344CB8AC3E}">
        <p14:creationId xmlns:p14="http://schemas.microsoft.com/office/powerpoint/2010/main" val="383254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AE107-E37A-322A-45DC-7582CDBF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2C3FA9-F212-29E0-86FA-3FA3744FA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영화관의 영화 예매 및 취소 과정을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효율적으로 관리하기 위한 시스템을 개발한다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일반 이용자</a:t>
            </a:r>
            <a:r>
              <a:rPr lang="en-US" altLang="ko-KR" sz="2400" dirty="0"/>
              <a:t>(</a:t>
            </a:r>
            <a:r>
              <a:rPr lang="ko-KR" altLang="en-US" sz="2400" dirty="0"/>
              <a:t>영화 관람객</a:t>
            </a:r>
            <a:r>
              <a:rPr lang="en-US" altLang="ko-KR" sz="2400" dirty="0"/>
              <a:t>)</a:t>
            </a:r>
            <a:r>
              <a:rPr lang="ko-KR" altLang="en-US" sz="2400" dirty="0"/>
              <a:t>는 영화 검색</a:t>
            </a:r>
            <a:r>
              <a:rPr lang="en-US" altLang="ko-KR" sz="2400" dirty="0"/>
              <a:t>, </a:t>
            </a:r>
            <a:r>
              <a:rPr lang="ko-KR" altLang="en-US" sz="2400" dirty="0"/>
              <a:t>상영 일정</a:t>
            </a:r>
            <a:r>
              <a:rPr lang="en-US" altLang="ko-KR" sz="2400" dirty="0"/>
              <a:t>/</a:t>
            </a:r>
            <a:r>
              <a:rPr lang="ko-KR" altLang="en-US" sz="2400" dirty="0"/>
              <a:t>좌석 조회</a:t>
            </a:r>
            <a:r>
              <a:rPr lang="en-US" altLang="ko-KR" sz="2400" dirty="0"/>
              <a:t>, </a:t>
            </a:r>
            <a:r>
              <a:rPr lang="ko-KR" altLang="en-US" sz="2400" dirty="0"/>
              <a:t>예매</a:t>
            </a:r>
            <a:r>
              <a:rPr lang="en-US" altLang="ko-KR" sz="2400" dirty="0"/>
              <a:t>/</a:t>
            </a:r>
            <a:r>
              <a:rPr lang="ko-KR" altLang="en-US" sz="2400" dirty="0"/>
              <a:t>예매 이력 조회</a:t>
            </a:r>
            <a:r>
              <a:rPr lang="en-US" altLang="ko-KR" sz="2400" dirty="0"/>
              <a:t>, </a:t>
            </a:r>
            <a:r>
              <a:rPr lang="ko-KR" altLang="en-US" sz="2400" dirty="0"/>
              <a:t>리뷰 작성</a:t>
            </a:r>
            <a:r>
              <a:rPr lang="en-US" altLang="ko-KR" sz="2400" dirty="0"/>
              <a:t>/</a:t>
            </a:r>
            <a:r>
              <a:rPr lang="ko-KR" altLang="en-US" sz="2400" dirty="0"/>
              <a:t>조회</a:t>
            </a:r>
            <a:r>
              <a:rPr lang="en-US" altLang="ko-KR" sz="2400" dirty="0"/>
              <a:t> </a:t>
            </a:r>
            <a:r>
              <a:rPr lang="ko-KR" altLang="en-US" sz="2400" dirty="0"/>
              <a:t>기능을 사용한다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관리자는 영화 및 상영 일정</a:t>
            </a:r>
            <a:r>
              <a:rPr lang="en-US" altLang="ko-KR" sz="2400" dirty="0"/>
              <a:t>, </a:t>
            </a:r>
            <a:r>
              <a:rPr lang="ko-KR" altLang="en-US" sz="2400" dirty="0"/>
              <a:t>상영관</a:t>
            </a:r>
            <a:r>
              <a:rPr lang="en-US" altLang="ko-KR" sz="2400" dirty="0"/>
              <a:t>, </a:t>
            </a:r>
            <a:r>
              <a:rPr lang="ko-KR" altLang="en-US" sz="2400" dirty="0"/>
              <a:t>좌석 정보를 관리하며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회원 정보</a:t>
            </a:r>
            <a:r>
              <a:rPr lang="en-US" altLang="ko-KR" sz="2400" dirty="0"/>
              <a:t>, </a:t>
            </a:r>
            <a:r>
              <a:rPr lang="ko-KR" altLang="en-US" sz="2400" dirty="0"/>
              <a:t>예매 현황</a:t>
            </a:r>
            <a:r>
              <a:rPr lang="en-US" altLang="ko-KR" sz="2400" dirty="0"/>
              <a:t>, </a:t>
            </a:r>
            <a:r>
              <a:rPr lang="ko-KR" altLang="en-US" sz="2400" dirty="0"/>
              <a:t>리뷰 현황을 조회한다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98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E2341-0D96-05EE-2D2E-4BB7ED8C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3959B-4B69-301E-E10F-E87A198CD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영화 검색 기능</a:t>
            </a:r>
            <a:endParaRPr lang="en-US" altLang="ko-KR" dirty="0"/>
          </a:p>
          <a:p>
            <a:r>
              <a:rPr lang="ko-KR" altLang="en-US" dirty="0"/>
              <a:t>영화 예매 기능</a:t>
            </a:r>
            <a:endParaRPr lang="en-US" altLang="ko-KR" dirty="0"/>
          </a:p>
          <a:p>
            <a:r>
              <a:rPr lang="ko-KR" altLang="en-US" dirty="0"/>
              <a:t>예매 취소 기능</a:t>
            </a:r>
            <a:endParaRPr lang="en-US" altLang="ko-KR" dirty="0"/>
          </a:p>
          <a:p>
            <a:r>
              <a:rPr lang="ko-KR" altLang="en-US" dirty="0"/>
              <a:t>상영 일정 조회 기능</a:t>
            </a:r>
            <a:endParaRPr lang="en-US" altLang="ko-KR" dirty="0"/>
          </a:p>
          <a:p>
            <a:r>
              <a:rPr lang="ko-KR" altLang="en-US" dirty="0"/>
              <a:t>상영관 좌석 조회 기능</a:t>
            </a:r>
            <a:endParaRPr lang="en-US" altLang="ko-KR" dirty="0"/>
          </a:p>
          <a:p>
            <a:r>
              <a:rPr lang="ko-KR" altLang="en-US" dirty="0"/>
              <a:t>영화 리뷰 작성 기능</a:t>
            </a:r>
            <a:endParaRPr lang="en-US" altLang="ko-KR" dirty="0"/>
          </a:p>
          <a:p>
            <a:r>
              <a:rPr lang="ko-KR" altLang="en-US" dirty="0"/>
              <a:t>영화 리뷰 조회 기능</a:t>
            </a:r>
            <a:endParaRPr lang="en-US" altLang="ko-KR" dirty="0"/>
          </a:p>
          <a:p>
            <a:r>
              <a:rPr lang="ko-KR" altLang="en-US" dirty="0"/>
              <a:t>회원 관리 기능</a:t>
            </a:r>
            <a:r>
              <a:rPr lang="en-US" altLang="ko-KR" dirty="0"/>
              <a:t>(</a:t>
            </a:r>
            <a:r>
              <a:rPr lang="ko-KR" altLang="en-US" dirty="0"/>
              <a:t>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정보 수정</a:t>
            </a:r>
            <a:r>
              <a:rPr lang="en-US" altLang="ko-KR" dirty="0"/>
              <a:t>, </a:t>
            </a:r>
            <a:r>
              <a:rPr lang="ko-KR" altLang="en-US" dirty="0"/>
              <a:t>탈퇴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관리자 기능</a:t>
            </a:r>
            <a:r>
              <a:rPr lang="en-US" altLang="ko-KR" dirty="0"/>
              <a:t>(</a:t>
            </a:r>
            <a:r>
              <a:rPr lang="ko-KR" altLang="en-US" dirty="0"/>
              <a:t>상영정보</a:t>
            </a:r>
            <a:r>
              <a:rPr lang="en-US" altLang="ko-KR" dirty="0"/>
              <a:t>, </a:t>
            </a:r>
            <a:r>
              <a:rPr lang="ko-KR" altLang="en-US" dirty="0"/>
              <a:t>상영관</a:t>
            </a:r>
            <a:r>
              <a:rPr lang="en-US" altLang="ko-KR" dirty="0"/>
              <a:t>, </a:t>
            </a:r>
            <a:r>
              <a:rPr lang="ko-KR" altLang="en-US" dirty="0"/>
              <a:t>회원정보</a:t>
            </a:r>
            <a:r>
              <a:rPr lang="en-US" altLang="ko-KR" dirty="0"/>
              <a:t>, </a:t>
            </a:r>
            <a:r>
              <a:rPr lang="ko-KR" altLang="en-US" dirty="0"/>
              <a:t>예매 현황 관리 등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44B4-485F-8F14-237B-1A0671CA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1E554-647D-EF02-FAD3-BEEEBE28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비기능</a:t>
            </a:r>
            <a:r>
              <a:rPr lang="ko-KR" altLang="en-US" dirty="0"/>
              <a:t>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286F-D6EA-D81F-A94F-AFB6A50DB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신뢰성</a:t>
            </a:r>
            <a:r>
              <a:rPr lang="en-US" altLang="ko-KR" dirty="0"/>
              <a:t>: </a:t>
            </a:r>
            <a:r>
              <a:rPr lang="ko-KR" altLang="en-US" sz="2000" dirty="0"/>
              <a:t>예매</a:t>
            </a:r>
            <a:r>
              <a:rPr lang="en-US" altLang="ko-KR" sz="2000" dirty="0"/>
              <a:t>, </a:t>
            </a:r>
            <a:r>
              <a:rPr lang="ko-KR" altLang="en-US" sz="2000" dirty="0"/>
              <a:t>취소</a:t>
            </a:r>
            <a:r>
              <a:rPr lang="en-US" altLang="ko-KR" sz="2000" dirty="0"/>
              <a:t> </a:t>
            </a:r>
            <a:r>
              <a:rPr lang="ko-KR" altLang="en-US" sz="2000" dirty="0"/>
              <a:t>등의 정보는 시스템 장애 발생 후에도 보존되어야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보안</a:t>
            </a:r>
            <a:r>
              <a:rPr lang="en-US" altLang="ko-KR" dirty="0"/>
              <a:t>/</a:t>
            </a:r>
            <a:r>
              <a:rPr lang="ko-KR" altLang="en-US" dirty="0"/>
              <a:t>권한</a:t>
            </a:r>
            <a:r>
              <a:rPr lang="en-US" altLang="ko-KR" dirty="0"/>
              <a:t>: </a:t>
            </a:r>
            <a:r>
              <a:rPr lang="ko-KR" altLang="en-US" sz="2000" dirty="0"/>
              <a:t>예매</a:t>
            </a:r>
            <a:r>
              <a:rPr lang="en-US" altLang="ko-KR" sz="2000" dirty="0"/>
              <a:t>, </a:t>
            </a:r>
            <a:r>
              <a:rPr lang="ko-KR" altLang="en-US" sz="2000" dirty="0"/>
              <a:t>취소</a:t>
            </a:r>
            <a:r>
              <a:rPr lang="en-US" altLang="ko-KR" sz="2000" dirty="0"/>
              <a:t>, </a:t>
            </a:r>
            <a:r>
              <a:rPr lang="ko-KR" altLang="en-US" sz="2000" dirty="0"/>
              <a:t>내역 조회 등의 정보는 로그인 된 회원만 이용할 수 있어야 하며 관리자 기능은 권한이 부여된 계정으로만 접근할 수 있어야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성능</a:t>
            </a:r>
            <a:r>
              <a:rPr lang="en-US" altLang="ko-KR" dirty="0"/>
              <a:t>: </a:t>
            </a:r>
            <a:r>
              <a:rPr lang="ko-KR" altLang="en-US" sz="2000" dirty="0"/>
              <a:t>버튼 클릭 시 화면이 </a:t>
            </a:r>
            <a:r>
              <a:rPr lang="en-US" altLang="ko-KR" sz="2000" dirty="0"/>
              <a:t>5</a:t>
            </a:r>
            <a:r>
              <a:rPr lang="ko-KR" altLang="en-US" sz="2000" dirty="0"/>
              <a:t>초 이내로 표시되어야 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27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C6AB-CF31-FBBD-6428-85A85283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8D84C-8328-9714-7E1C-B6BE8937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478"/>
            <a:ext cx="10515600" cy="49067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600" dirty="0"/>
              <a:t>1. </a:t>
            </a:r>
            <a:r>
              <a:rPr lang="ko-KR" altLang="en-US" sz="1600" dirty="0"/>
              <a:t>영화 예매 시스템의 회원으로 가입하려면 이름</a:t>
            </a:r>
            <a:r>
              <a:rPr lang="en-US" altLang="ko-KR" sz="1600" dirty="0"/>
              <a:t>, </a:t>
            </a:r>
            <a:r>
              <a:rPr lang="ko-KR" altLang="en-US" sz="1600" dirty="0"/>
              <a:t>아이디</a:t>
            </a:r>
            <a:r>
              <a:rPr lang="en-US" altLang="ko-KR" sz="1600" dirty="0"/>
              <a:t>, </a:t>
            </a:r>
            <a:r>
              <a:rPr lang="ko-KR" altLang="en-US" sz="1600" dirty="0"/>
              <a:t>비밀번호</a:t>
            </a:r>
            <a:r>
              <a:rPr lang="en-US" altLang="ko-KR" sz="1600" dirty="0"/>
              <a:t>, </a:t>
            </a:r>
            <a:r>
              <a:rPr lang="ko-KR" altLang="en-US" sz="1600" dirty="0"/>
              <a:t>전화번호를 입력해야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2. </a:t>
            </a:r>
            <a:r>
              <a:rPr lang="ko-KR" altLang="en-US" sz="1600" dirty="0"/>
              <a:t>회원은 아이디로 식별되며</a:t>
            </a:r>
            <a:r>
              <a:rPr lang="en-US" altLang="ko-KR" sz="1600" dirty="0"/>
              <a:t>, </a:t>
            </a:r>
            <a:r>
              <a:rPr lang="ko-KR" altLang="en-US" sz="1600" dirty="0"/>
              <a:t>등급과 적립금이 부여될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3. </a:t>
            </a:r>
            <a:r>
              <a:rPr lang="ko-KR" altLang="en-US" sz="1600" dirty="0"/>
              <a:t>회원 정보는 일반과 관리자를 구분할 수 있는 권한이 포함된다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4. </a:t>
            </a:r>
            <a:r>
              <a:rPr lang="ko-KR" altLang="en-US" sz="1600" dirty="0"/>
              <a:t>영화는 영화번호로 식별되며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영화번호</a:t>
            </a:r>
            <a:r>
              <a:rPr lang="en-US" altLang="ko-KR" sz="1600" dirty="0"/>
              <a:t>, </a:t>
            </a:r>
            <a:r>
              <a:rPr lang="ko-KR" altLang="en-US" sz="1600" dirty="0"/>
              <a:t>제목</a:t>
            </a:r>
            <a:r>
              <a:rPr lang="en-US" altLang="ko-KR" sz="1600" dirty="0"/>
              <a:t>, </a:t>
            </a:r>
            <a:r>
              <a:rPr lang="ko-KR" altLang="en-US" sz="1600" dirty="0"/>
              <a:t>상영시간</a:t>
            </a:r>
            <a:r>
              <a:rPr lang="en-US" altLang="ko-KR" sz="1600" dirty="0"/>
              <a:t>, </a:t>
            </a:r>
            <a:r>
              <a:rPr lang="ko-KR" altLang="en-US" sz="1600" dirty="0"/>
              <a:t>장르</a:t>
            </a:r>
            <a:r>
              <a:rPr lang="en-US" altLang="ko-KR" sz="1600" dirty="0"/>
              <a:t>, </a:t>
            </a:r>
            <a:r>
              <a:rPr lang="ko-KR" altLang="en-US" sz="1600" dirty="0"/>
              <a:t>관람등급 등의 정보를 유지해야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5. </a:t>
            </a:r>
            <a:r>
              <a:rPr lang="ko-KR" altLang="en-US" sz="1600" dirty="0"/>
              <a:t>상영 정보는 상영번호로 식별되며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상영번호</a:t>
            </a:r>
            <a:r>
              <a:rPr lang="en-US" altLang="ko-KR" sz="1600" dirty="0"/>
              <a:t>, </a:t>
            </a:r>
            <a:r>
              <a:rPr lang="ko-KR" altLang="en-US" sz="1600" dirty="0"/>
              <a:t>상영일시</a:t>
            </a:r>
            <a:r>
              <a:rPr lang="en-US" altLang="ko-KR" sz="1600" dirty="0"/>
              <a:t>, </a:t>
            </a:r>
            <a:r>
              <a:rPr lang="ko-KR" altLang="en-US" sz="1600" dirty="0"/>
              <a:t>상영관</a:t>
            </a:r>
            <a:r>
              <a:rPr lang="en-US" altLang="ko-KR" sz="1600" dirty="0"/>
              <a:t>, </a:t>
            </a:r>
            <a:r>
              <a:rPr lang="ko-KR" altLang="en-US" sz="1600" dirty="0"/>
              <a:t>영화정보</a:t>
            </a:r>
            <a:r>
              <a:rPr lang="en-US" altLang="ko-KR" sz="1600" dirty="0"/>
              <a:t> </a:t>
            </a:r>
            <a:r>
              <a:rPr lang="ko-KR" altLang="en-US" sz="1600" dirty="0"/>
              <a:t>등의 정보를 유지해야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6. </a:t>
            </a:r>
            <a:r>
              <a:rPr lang="ko-KR" altLang="en-US" sz="1600" dirty="0"/>
              <a:t>회원은 여러 </a:t>
            </a:r>
            <a:r>
              <a:rPr lang="ko-KR" altLang="en-US" sz="1600" dirty="0" err="1"/>
              <a:t>회차의</a:t>
            </a:r>
            <a:r>
              <a:rPr lang="ko-KR" altLang="en-US" sz="1600" dirty="0"/>
              <a:t> 영화를 예매할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하나의 좌석은 동일한 상영 정보에 한해 한 회원만 예매할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7. </a:t>
            </a:r>
            <a:r>
              <a:rPr lang="ko-KR" altLang="en-US" sz="1600" dirty="0"/>
              <a:t>회원이 영화를 예매하면 예매번호</a:t>
            </a:r>
            <a:r>
              <a:rPr lang="en-US" altLang="ko-KR" sz="1600" dirty="0"/>
              <a:t>, </a:t>
            </a:r>
            <a:r>
              <a:rPr lang="ko-KR" altLang="en-US" sz="1600" dirty="0"/>
              <a:t>예매일시</a:t>
            </a:r>
            <a:r>
              <a:rPr lang="en-US" altLang="ko-KR" sz="1600" dirty="0"/>
              <a:t>, </a:t>
            </a:r>
            <a:r>
              <a:rPr lang="ko-KR" altLang="en-US" sz="1600" dirty="0"/>
              <a:t>결제금액</a:t>
            </a:r>
            <a:r>
              <a:rPr lang="en-US" altLang="ko-KR" sz="1600" dirty="0"/>
              <a:t>, </a:t>
            </a:r>
            <a:r>
              <a:rPr lang="ko-KR" altLang="en-US" sz="1600" dirty="0"/>
              <a:t>좌석번호</a:t>
            </a:r>
            <a:r>
              <a:rPr lang="en-US" altLang="ko-KR" sz="1600" dirty="0"/>
              <a:t>, </a:t>
            </a:r>
            <a:r>
              <a:rPr lang="ko-KR" altLang="en-US" sz="1600" dirty="0"/>
              <a:t>상영정보 등의 정보를 저장해야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8. </a:t>
            </a:r>
            <a:r>
              <a:rPr lang="ko-KR" altLang="en-US" sz="1600" dirty="0"/>
              <a:t>회원은 영화 제목</a:t>
            </a:r>
            <a:r>
              <a:rPr lang="en-US" altLang="ko-KR" sz="1600" dirty="0"/>
              <a:t>, </a:t>
            </a:r>
            <a:r>
              <a:rPr lang="ko-KR" altLang="en-US" sz="1600" dirty="0"/>
              <a:t>장르 등의 정보를 통해 영화를 검색할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9. </a:t>
            </a:r>
            <a:r>
              <a:rPr lang="ko-KR" altLang="en-US" sz="1600" dirty="0"/>
              <a:t>회원은 인증 후에만 영화를 예매</a:t>
            </a:r>
            <a:r>
              <a:rPr lang="en-US" altLang="ko-KR" sz="1600" dirty="0"/>
              <a:t>·</a:t>
            </a:r>
            <a:r>
              <a:rPr lang="ko-KR" altLang="en-US" sz="1600" dirty="0"/>
              <a:t>취소할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br>
              <a:rPr lang="en-US" altLang="ko-KR" sz="1600" dirty="0"/>
            </a:br>
            <a:r>
              <a:rPr lang="en-US" altLang="ko-KR" sz="1600" dirty="0"/>
              <a:t>10. </a:t>
            </a:r>
            <a:r>
              <a:rPr lang="ko-KR" altLang="en-US" sz="1600" dirty="0"/>
              <a:t>상영관은 상영관 번호로 식별되며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상영관 번호와 총 좌석 수를 유지해야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하나의 상영관은 여러 좌석을 가진다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592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BADE-F6E8-C174-7D30-2EED4AC0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EDB201-6504-6738-A787-F8826987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15"/>
            <a:ext cx="10515600" cy="6572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11. </a:t>
            </a:r>
            <a:r>
              <a:rPr lang="ko-KR" altLang="en-US" sz="1600" dirty="0"/>
              <a:t>좌석은 좌석 번호와 상영관 번호로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좌석은 하나의 상영관에만 속한다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12. </a:t>
            </a:r>
            <a:r>
              <a:rPr lang="ko-KR" altLang="en-US" sz="1600" dirty="0"/>
              <a:t>시스템은 상영 시작 일정 시간 전까지 예매 취소를 허용하며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취소 시 예매 및 결제 정보를 갱신해야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13. </a:t>
            </a:r>
            <a:r>
              <a:rPr lang="ko-KR" altLang="en-US" sz="1600" dirty="0"/>
              <a:t>회원은 가입 후 자신의 회원 정보를 수정할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과거 예매 이력을 조회할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14. </a:t>
            </a:r>
            <a:r>
              <a:rPr lang="ko-KR" altLang="en-US" sz="1600" dirty="0"/>
              <a:t>회원은 관람한 영화에 대해 </a:t>
            </a:r>
            <a:r>
              <a:rPr lang="ko-KR" altLang="en-US" sz="1600" b="1" dirty="0"/>
              <a:t>리뷰</a:t>
            </a:r>
            <a:r>
              <a:rPr lang="ko-KR" altLang="en-US" sz="1600" dirty="0"/>
              <a:t>를 작성할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15. </a:t>
            </a:r>
            <a:r>
              <a:rPr lang="ko-KR" altLang="en-US" sz="1600" dirty="0"/>
              <a:t>리뷰에는 리뷰 번호</a:t>
            </a:r>
            <a:r>
              <a:rPr lang="en-US" altLang="ko-KR" sz="1600" dirty="0"/>
              <a:t>, </a:t>
            </a:r>
            <a:r>
              <a:rPr lang="ko-KR" altLang="en-US" sz="1600" dirty="0"/>
              <a:t>리뷰 제목</a:t>
            </a:r>
            <a:r>
              <a:rPr lang="en-US" altLang="ko-KR" sz="1600" dirty="0"/>
              <a:t>, </a:t>
            </a:r>
            <a:r>
              <a:rPr lang="ko-KR" altLang="en-US" sz="1600" dirty="0"/>
              <a:t>리뷰 내용</a:t>
            </a:r>
            <a:r>
              <a:rPr lang="en-US" altLang="ko-KR" sz="1600" dirty="0"/>
              <a:t>, </a:t>
            </a:r>
            <a:r>
              <a:rPr lang="ko-KR" altLang="en-US" sz="1600" dirty="0"/>
              <a:t>작성 일시</a:t>
            </a:r>
            <a:r>
              <a:rPr lang="en-US" altLang="ko-KR" sz="1600" dirty="0"/>
              <a:t>, </a:t>
            </a:r>
            <a:r>
              <a:rPr lang="ko-KR" altLang="en-US" sz="1600" dirty="0"/>
              <a:t>평점 정보와 함께 작성자 아이디와 영화번호가 저장되어야 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16. </a:t>
            </a:r>
            <a:r>
              <a:rPr lang="ko-KR" altLang="en-US" sz="1600" dirty="0"/>
              <a:t>한 영화에는 여러 리뷰가 작성될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각 리뷰는 하나의 영화와 하나의 회원에 의해 작성된다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17. </a:t>
            </a:r>
            <a:r>
              <a:rPr lang="ko-KR" altLang="en-US" sz="1600" dirty="0"/>
              <a:t>관리자는 영화 정보와 상영 일정</a:t>
            </a:r>
            <a:r>
              <a:rPr lang="en-US" altLang="ko-KR" sz="1600" dirty="0"/>
              <a:t>(</a:t>
            </a:r>
            <a:r>
              <a:rPr lang="ko-KR" altLang="en-US" sz="1600" dirty="0"/>
              <a:t>상영정보</a:t>
            </a:r>
            <a:r>
              <a:rPr lang="en-US" altLang="ko-KR" sz="1600" dirty="0"/>
              <a:t>), </a:t>
            </a:r>
            <a:r>
              <a:rPr lang="ko-KR" altLang="en-US" sz="1600" dirty="0"/>
              <a:t>상영관 및 좌석 정보를 등록</a:t>
            </a:r>
            <a:r>
              <a:rPr lang="en-US" altLang="ko-KR" sz="1600" dirty="0"/>
              <a:t>·</a:t>
            </a:r>
            <a:r>
              <a:rPr lang="ko-KR" altLang="en-US" sz="1600" dirty="0"/>
              <a:t>수정</a:t>
            </a:r>
            <a:r>
              <a:rPr lang="en-US" altLang="ko-KR" sz="1600" dirty="0"/>
              <a:t>·</a:t>
            </a:r>
            <a:r>
              <a:rPr lang="ko-KR" altLang="en-US" sz="1600" dirty="0"/>
              <a:t>삭제할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18. </a:t>
            </a:r>
            <a:r>
              <a:rPr lang="ko-KR" altLang="en-US" sz="1600" dirty="0"/>
              <a:t>관리자는 회원 정보와 예매 현황</a:t>
            </a:r>
            <a:r>
              <a:rPr lang="en-US" altLang="ko-KR" sz="1600" dirty="0"/>
              <a:t>(</a:t>
            </a:r>
            <a:r>
              <a:rPr lang="ko-KR" altLang="en-US" sz="1600" dirty="0"/>
              <a:t>상영관 좌석 배정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예매율</a:t>
            </a:r>
            <a:r>
              <a:rPr lang="ko-KR" altLang="en-US" sz="1600" dirty="0"/>
              <a:t> 등</a:t>
            </a:r>
            <a:r>
              <a:rPr lang="en-US" altLang="ko-KR" sz="1600" dirty="0"/>
              <a:t>) </a:t>
            </a:r>
            <a:r>
              <a:rPr lang="ko-KR" altLang="en-US" sz="1600" dirty="0"/>
              <a:t>및 리뷰 현황을 조회할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19. </a:t>
            </a:r>
            <a:r>
              <a:rPr lang="ko-KR" altLang="en-US" sz="1600" dirty="0"/>
              <a:t>관리자 기능은 관리자 권한을 가진 인증된 사용자만 접근할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349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525</Words>
  <Application>Microsoft Office PowerPoint</Application>
  <PresentationFormat>와이드스크린</PresentationFormat>
  <Paragraphs>54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요구분석명세서</vt:lpstr>
      <vt:lpstr>시스템 개요</vt:lpstr>
      <vt:lpstr>기능 요구사항</vt:lpstr>
      <vt:lpstr>비기능 요구사항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현혜수</dc:creator>
  <cp:lastModifiedBy>현혜수</cp:lastModifiedBy>
  <cp:revision>20</cp:revision>
  <dcterms:created xsi:type="dcterms:W3CDTF">2025-11-03T05:58:49Z</dcterms:created>
  <dcterms:modified xsi:type="dcterms:W3CDTF">2025-11-26T13:23:13Z</dcterms:modified>
</cp:coreProperties>
</file>