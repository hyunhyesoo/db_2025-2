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2" r:id="rId3"/>
    <p:sldId id="264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3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C5E68-3F89-ECA2-DFD5-7F7F8675C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36636C-7E10-937E-1617-E35C061C8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30382E-64EB-1899-5DF4-F24EEA509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1BCC2F-E746-1104-9DE7-9D2397206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DE6579-668E-5275-C96B-4304B9828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69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A2F36-66FA-5388-AA40-3CF6E331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E6233D-35B5-5366-E8E3-408FFEDFE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E0954-F4FA-106C-73F1-818831ED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C6E58E-59CD-6C52-6E09-FD81EC6E2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065CB2-373B-7727-9CA6-0E4D5E7B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456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ADEE1-3C92-A117-90CC-42B4280DD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80DC0B-A0DE-5E5E-9620-E2CB983F7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ECE4CA-1ABB-96A2-853F-B831E3A54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57F3A9-447A-1A73-E057-99EFC8B0E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1F7CBC-9FBF-7E61-65EC-872A553F3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02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4D5C2-F3A4-E88E-6BF3-0318F98F2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4B8291-53FD-BF4A-1AB4-5BA06F53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E95410-2A6C-416F-BF9D-8AC82761A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93A692-994D-2FE5-AE02-E87135E5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14A3DB-5E0C-D15E-EB84-A362326C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996EBB-76EB-93E2-2556-49C2C477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15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2F42C4-B7A4-3575-9B54-FDCA00E0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1C6B6D-1DEB-0A91-40C1-1D0CB81C6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4BF1FC-3FF2-DE94-3464-94B2BA623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2971F2-F822-F327-0EA5-E74EA8CA9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87AC9B-E03D-CB3A-6EAF-4EBA5197A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361160-7BF4-5BEC-942A-86A43CA7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D36BC3-CE26-431C-55C8-B5C7049B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4CB846-7462-B585-F922-D6C0191C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795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7D0C6-A518-D371-D7DA-58A42A0F2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338E4B4-D5B2-B5D1-4668-34AFD5577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1EC399-DE7F-E2B2-3CC3-3AB4604F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7A5D80-7F49-B01A-067E-6A2C7DD6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344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484C65-6117-8BC9-6F01-652BB0049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895583-6D3B-EE0F-AB1E-6E6A01DE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F7B2D5-C44A-904E-1A32-6EF49960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215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F5AAF-3009-2D80-983A-D24A1A54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D46B34-D154-F123-2F17-A5564EAFE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D3FA27-817C-DD99-1BFD-435E390D5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7142FE-200D-3015-A9D2-6ACEE186C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59DC89-6B25-54EC-7D81-0EEB33D6D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CF7A3F-1652-0C50-C8B3-FDAFA8F1A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180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B0BD1-3C93-2B02-4C5D-336DB8C7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C3DA67-45C7-28B8-0B6F-35789CAE5B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29CE0A1-4E1B-A884-E12F-003C1D39F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416F31-5E38-79F0-A5C0-B318D10E2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F138DD-CE48-8333-C940-91C02C1F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D3982C-9DCB-7F24-6CAC-97FA72D6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70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48581-DDD2-8837-5C8B-2CF107B0A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F66428-4B9A-091F-2D22-4A844BA68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BE294E-C555-7488-F827-5BAF5CCA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544BB1-0EC7-EA76-A5BF-6E17FE95A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D23258-4078-1A0D-E062-5420D907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54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13B403-8751-BD88-754C-16B717702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047670-9BC5-9A4A-9EDF-888AD36F5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E628E7-8F44-9B07-34B1-D92A1A55B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4D882D-4DAE-9DA1-4CCD-53E785FDF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0289FB-9241-C973-CE1B-C9EC403C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49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677066-3DCA-3E0A-4939-30745A1A2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ED8166-6469-5189-068A-21E76CFAE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2C4B8C-9983-3988-31F2-4E2CE75B2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FD6A61-7728-47BC-87FC-4BB1C04864E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F65C9F-A31B-D35E-97AD-E488EB53B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5946F-D173-F7D8-FA1E-A88520604D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CA6D80-6B3D-4E25-89D0-3B1B5DFB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37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7A9436AC-313E-F932-E0E2-B597898440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9167273"/>
              </p:ext>
            </p:extLst>
          </p:nvPr>
        </p:nvGraphicFramePr>
        <p:xfrm>
          <a:off x="833718" y="510988"/>
          <a:ext cx="10488712" cy="5983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089">
                  <a:extLst>
                    <a:ext uri="{9D8B030D-6E8A-4147-A177-3AD203B41FA5}">
                      <a16:colId xmlns:a16="http://schemas.microsoft.com/office/drawing/2014/main" val="4068318208"/>
                    </a:ext>
                  </a:extLst>
                </a:gridCol>
                <a:gridCol w="1311089">
                  <a:extLst>
                    <a:ext uri="{9D8B030D-6E8A-4147-A177-3AD203B41FA5}">
                      <a16:colId xmlns:a16="http://schemas.microsoft.com/office/drawing/2014/main" val="1743692026"/>
                    </a:ext>
                  </a:extLst>
                </a:gridCol>
                <a:gridCol w="1311089">
                  <a:extLst>
                    <a:ext uri="{9D8B030D-6E8A-4147-A177-3AD203B41FA5}">
                      <a16:colId xmlns:a16="http://schemas.microsoft.com/office/drawing/2014/main" val="3601048722"/>
                    </a:ext>
                  </a:extLst>
                </a:gridCol>
                <a:gridCol w="1311089">
                  <a:extLst>
                    <a:ext uri="{9D8B030D-6E8A-4147-A177-3AD203B41FA5}">
                      <a16:colId xmlns:a16="http://schemas.microsoft.com/office/drawing/2014/main" val="1948001200"/>
                    </a:ext>
                  </a:extLst>
                </a:gridCol>
                <a:gridCol w="1311089">
                  <a:extLst>
                    <a:ext uri="{9D8B030D-6E8A-4147-A177-3AD203B41FA5}">
                      <a16:colId xmlns:a16="http://schemas.microsoft.com/office/drawing/2014/main" val="3762912217"/>
                    </a:ext>
                  </a:extLst>
                </a:gridCol>
                <a:gridCol w="1311089">
                  <a:extLst>
                    <a:ext uri="{9D8B030D-6E8A-4147-A177-3AD203B41FA5}">
                      <a16:colId xmlns:a16="http://schemas.microsoft.com/office/drawing/2014/main" val="1414907767"/>
                    </a:ext>
                  </a:extLst>
                </a:gridCol>
                <a:gridCol w="1311089">
                  <a:extLst>
                    <a:ext uri="{9D8B030D-6E8A-4147-A177-3AD203B41FA5}">
                      <a16:colId xmlns:a16="http://schemas.microsoft.com/office/drawing/2014/main" val="2147814420"/>
                    </a:ext>
                  </a:extLst>
                </a:gridCol>
                <a:gridCol w="1311089">
                  <a:extLst>
                    <a:ext uri="{9D8B030D-6E8A-4147-A177-3AD203B41FA5}">
                      <a16:colId xmlns:a16="http://schemas.microsoft.com/office/drawing/2014/main" val="917921796"/>
                    </a:ext>
                  </a:extLst>
                </a:gridCol>
              </a:tblGrid>
              <a:tr h="747993">
                <a:tc gridSpan="8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릴레이션 스키마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912697"/>
                  </a:ext>
                </a:extLst>
              </a:tr>
              <a:tr h="74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회원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sng" dirty="0">
                          <a:solidFill>
                            <a:schemeClr val="tx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전화번호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적립금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권한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027015"/>
                  </a:ext>
                </a:extLst>
              </a:tr>
              <a:tr h="74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영화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sng" dirty="0">
                          <a:solidFill>
                            <a:schemeClr val="tx1"/>
                          </a:solidFill>
                        </a:rPr>
                        <a:t>영화번호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영화제목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상영시간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장르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관람등급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422196"/>
                  </a:ext>
                </a:extLst>
              </a:tr>
              <a:tr h="74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상영관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sng" dirty="0">
                          <a:solidFill>
                            <a:schemeClr val="tx1"/>
                          </a:solidFill>
                        </a:rPr>
                        <a:t>상영관번호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총좌석수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968367"/>
                  </a:ext>
                </a:extLst>
              </a:tr>
              <a:tr h="74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좌석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sng" dirty="0">
                          <a:solidFill>
                            <a:schemeClr val="tx1"/>
                          </a:solidFill>
                        </a:rPr>
                        <a:t>좌석번호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상영관번호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404970"/>
                  </a:ext>
                </a:extLst>
              </a:tr>
              <a:tr h="74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상영정보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sng" dirty="0">
                          <a:solidFill>
                            <a:schemeClr val="tx1"/>
                          </a:solidFill>
                        </a:rPr>
                        <a:t>상영번호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상영일시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상영관번호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영화번호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27109"/>
                  </a:ext>
                </a:extLst>
              </a:tr>
              <a:tr h="74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예매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sng" dirty="0">
                          <a:solidFill>
                            <a:schemeClr val="tx1"/>
                          </a:solidFill>
                        </a:rPr>
                        <a:t>예매번호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예매일시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결제금액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좌석번호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상영번호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259756"/>
                  </a:ext>
                </a:extLst>
              </a:tr>
              <a:tr h="7479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리뷰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u="sng" dirty="0" err="1">
                          <a:solidFill>
                            <a:schemeClr val="tx1"/>
                          </a:solidFill>
                        </a:rPr>
                        <a:t>글번호</a:t>
                      </a:r>
                      <a:endParaRPr lang="ko-KR" altLang="en-US" sz="1600" b="0" u="sng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글제목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글내용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작성일시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평점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BF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영화번호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047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601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E7A9F17-0C4A-DC7D-A02A-35BA4D2ACC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758180"/>
              </p:ext>
            </p:extLst>
          </p:nvPr>
        </p:nvGraphicFramePr>
        <p:xfrm>
          <a:off x="838202" y="490330"/>
          <a:ext cx="10515596" cy="600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98017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9801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테이블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회원</a:t>
                      </a:r>
                      <a:endParaRPr lang="en-US" altLang="ko-KR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비밀번호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전화번호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Varchar2(10)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basic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basic, gold, </a:t>
                      </a:r>
                      <a:r>
                        <a:rPr lang="en-US" altLang="ko-KR" sz="1600" dirty="0" err="1"/>
                        <a:t>vip</a:t>
                      </a:r>
                      <a:r>
                        <a:rPr lang="ko-KR" altLang="en-US" sz="1600" dirty="0"/>
                        <a:t>만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허용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619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적립금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 </a:t>
                      </a:r>
                      <a:r>
                        <a:rPr lang="ko-KR" altLang="en-US" sz="1600" dirty="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권한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Varchar2(10)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user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user, admin</a:t>
                      </a:r>
                      <a:r>
                        <a:rPr lang="ko-KR" altLang="en-US" sz="1600" dirty="0"/>
                        <a:t>만 허용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88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AB197-C52D-57C8-2083-A5AA64629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BF7BCB1-4618-4B39-37C8-41A227A88F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3762825"/>
              </p:ext>
            </p:extLst>
          </p:nvPr>
        </p:nvGraphicFramePr>
        <p:xfrm>
          <a:off x="838202" y="490330"/>
          <a:ext cx="10515596" cy="600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98017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9801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테이블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영화</a:t>
                      </a:r>
                      <a:endParaRPr lang="en-US" altLang="ko-KR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영화번호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영화제목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Varchar2(50)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상영시간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 </a:t>
                      </a:r>
                      <a:r>
                        <a:rPr lang="ko-KR" altLang="en-US" sz="1600" dirty="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장르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관람등급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Varchar2(10)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15</a:t>
                      </a:r>
                      <a:r>
                        <a:rPr lang="ko-KR" altLang="en-US" sz="1600" dirty="0"/>
                        <a:t>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전체</a:t>
                      </a:r>
                      <a:r>
                        <a:rPr lang="en-US" altLang="ko-KR" sz="1400" dirty="0"/>
                        <a:t>, 12</a:t>
                      </a:r>
                      <a:r>
                        <a:rPr lang="ko-KR" altLang="en-US" sz="1400" dirty="0"/>
                        <a:t>세</a:t>
                      </a:r>
                      <a:r>
                        <a:rPr lang="en-US" altLang="ko-KR" sz="1400" dirty="0"/>
                        <a:t>, 15</a:t>
                      </a:r>
                      <a:r>
                        <a:rPr lang="ko-KR" altLang="en-US" sz="1400" dirty="0"/>
                        <a:t>세</a:t>
                      </a:r>
                      <a:r>
                        <a:rPr lang="en-US" altLang="ko-KR" sz="1400" dirty="0"/>
                        <a:t>, 19</a:t>
                      </a:r>
                      <a:r>
                        <a:rPr lang="ko-KR" altLang="en-US" sz="1400" dirty="0"/>
                        <a:t>세만 허용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61976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909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3A0E-D0C7-1C52-4F33-5C93F6575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CDD9A0E-839E-A20C-C533-895DF589C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9656567"/>
              </p:ext>
            </p:extLst>
          </p:nvPr>
        </p:nvGraphicFramePr>
        <p:xfrm>
          <a:off x="838202" y="490330"/>
          <a:ext cx="10515596" cy="600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98017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9801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테이블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상영관</a:t>
                      </a:r>
                      <a:endParaRPr lang="en-US" altLang="ko-KR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상영관번호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총좌석수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 </a:t>
                      </a:r>
                      <a:r>
                        <a:rPr lang="ko-KR" altLang="en-US" sz="1600" dirty="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61976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023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33383-9D2B-4A05-0AC5-0214C2FBF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EFFF00A-8054-55B7-C7CF-E912E4BF87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0846693"/>
              </p:ext>
            </p:extLst>
          </p:nvPr>
        </p:nvGraphicFramePr>
        <p:xfrm>
          <a:off x="838202" y="490330"/>
          <a:ext cx="10515596" cy="600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98017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9801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테이블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좌석</a:t>
                      </a:r>
                      <a:endParaRPr lang="en-US" altLang="ko-KR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좌석번호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Varchar2(10)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상영관번호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61976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633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A0203-1215-D483-DF7B-47F02EEDD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C243C49-023D-F0BB-419E-3D347BC77E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1814964"/>
              </p:ext>
            </p:extLst>
          </p:nvPr>
        </p:nvGraphicFramePr>
        <p:xfrm>
          <a:off x="838202" y="490330"/>
          <a:ext cx="10515596" cy="600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98017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9801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테이블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상영정보</a:t>
                      </a:r>
                      <a:endParaRPr lang="en-US" altLang="ko-KR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상영번호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상영일시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Date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상영관번호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영화번호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619763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738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6E935-4E7F-9AC1-E3BD-239DCEE2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5EB2FB3-D18B-B657-D3B3-1F60985B55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9657010"/>
              </p:ext>
            </p:extLst>
          </p:nvPr>
        </p:nvGraphicFramePr>
        <p:xfrm>
          <a:off x="838202" y="490330"/>
          <a:ext cx="10515596" cy="600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98017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9801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테이블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예매</a:t>
                      </a:r>
                      <a:endParaRPr lang="en-US" altLang="ko-KR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예매번호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예매일시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Date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결제금액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 </a:t>
                      </a:r>
                      <a:r>
                        <a:rPr lang="ko-KR" altLang="en-US" sz="1600" dirty="0"/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좌석번호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Varchar2(10)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619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상영번호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48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0EDC-DED2-970F-9E18-CC2F554BE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22DB65B-BF73-5BBD-1100-F14B2E705C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238687"/>
              </p:ext>
            </p:extLst>
          </p:nvPr>
        </p:nvGraphicFramePr>
        <p:xfrm>
          <a:off x="838202" y="490330"/>
          <a:ext cx="10515596" cy="600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26687762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4813393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23330278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36924033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22969339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72596148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601342649"/>
                    </a:ext>
                  </a:extLst>
                </a:gridCol>
              </a:tblGrid>
              <a:tr h="598017"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테이블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08621"/>
                  </a:ext>
                </a:extLst>
              </a:tr>
              <a:tr h="59801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테이블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리뷰</a:t>
                      </a:r>
                      <a:endParaRPr lang="en-US" altLang="ko-KR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0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167882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속성 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데이터 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Null </a:t>
                      </a:r>
                      <a:r>
                        <a:rPr lang="ko-KR" altLang="en-US" sz="1600" dirty="0"/>
                        <a:t>허용여부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기본값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기본키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외래키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제약조건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770214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글번호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PK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5764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글제목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31216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글내용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Varchar2(200)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810507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작성일시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Date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790301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평점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Int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 </a:t>
                      </a:r>
                      <a:r>
                        <a:rPr lang="ko-KR" altLang="en-US" sz="1600" dirty="0"/>
                        <a:t>이상</a:t>
                      </a:r>
                      <a:r>
                        <a:rPr lang="en-US" altLang="ko-KR" sz="1600" dirty="0"/>
                        <a:t> 5 </a:t>
                      </a:r>
                      <a:r>
                        <a:rPr lang="ko-KR" altLang="en-US" sz="1600" dirty="0"/>
                        <a:t>이하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764939"/>
                  </a:ext>
                </a:extLst>
              </a:tr>
              <a:tr h="61976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아이디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158235"/>
                  </a:ext>
                </a:extLst>
              </a:tr>
              <a:tr h="598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영화번호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Varchar2(20)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FK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634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839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326</Words>
  <Application>Microsoft Office PowerPoint</Application>
  <PresentationFormat>와이드스크린</PresentationFormat>
  <Paragraphs>237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현혜수</dc:creator>
  <cp:lastModifiedBy>현혜수</cp:lastModifiedBy>
  <cp:revision>12</cp:revision>
  <dcterms:created xsi:type="dcterms:W3CDTF">2025-11-26T03:51:53Z</dcterms:created>
  <dcterms:modified xsi:type="dcterms:W3CDTF">2025-11-26T13:08:00Z</dcterms:modified>
</cp:coreProperties>
</file>